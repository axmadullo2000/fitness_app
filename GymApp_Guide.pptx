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GymApp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пользователя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25877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администратора и клиента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5160" y="365760"/>
            <a:ext cx="1645920" cy="16459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2377440"/>
            <a:ext cx="1280160" cy="12801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342900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371600"/>
            <a:ext cx="2468880" cy="10972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управления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фитнес-клубом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902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1.0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128016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87552"/>
            <a:ext cx="8321040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54864" cy="6766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GymApp?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нужна система и что она умеет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188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755648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755648"/>
            <a:ext cx="54864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91109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847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администратора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2139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Вход, клиенты, абонементы, шкафчики, сканер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0" y="19568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523744"/>
            <a:ext cx="8321040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523744"/>
            <a:ext cx="54864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679192"/>
            <a:ext cx="365760" cy="3657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клиента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80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личный кабинет, QR-карта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63840" y="2724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291840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291840"/>
            <a:ext cx="54864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44728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приложение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97280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цикл: от прихода до ухода из зала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863840" y="3493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059936"/>
            <a:ext cx="8321040" cy="6766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059936"/>
            <a:ext cx="54864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215384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7280" y="4151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вопросы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97280" y="4443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 в типичных ситуациях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863840" y="4261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GymApp?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128016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326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GymApp — это веб-система для управления фитнес-клубом. Она заменяет бумажные журналы и таблицы Excel: учёт клиентов, абонементы, шкафчики и QR-карты — всё в одном месте, с любого устройства.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91640"/>
            <a:ext cx="214884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819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клиентов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" y="220370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Профили, поиск, история посещений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0" y="169164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691640"/>
            <a:ext cx="2148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1819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52928" y="220370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тарифа, оформление, история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15468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154680"/>
            <a:ext cx="21488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2826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QR-карта для входа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1208" y="366674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код, без логина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0" y="315468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0" y="3154680"/>
            <a:ext cx="21488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2928" y="32826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Шкафчики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52928" y="366674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Карта, статус, 100 штук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20640" y="1691640"/>
            <a:ext cx="3611880" cy="3063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810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пользуется системой?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85232" y="22677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зала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85232" y="25603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 клиентами, абонементами, шкафчиками. Видит всё в одной панели.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85232" y="30723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285232" y="33649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Заходит на сайт с телефона, видит свой абонемент и QR-код для входа.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85232" y="3877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Планшет на входе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5232" y="41696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Сканирует QR клиентов при входе и выходе из зала.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администратора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633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систему  •  Клиенты  •  Абонементы  •  Шкафчики  •  Сканер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3182112"/>
            <a:ext cx="23774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систему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открыть панель управления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1353312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браузер и перейдите по адресу сайта (уточните у администратора системы)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2039112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номер телефона: +998 99 826 66 11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61488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" y="2724912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пароль и нажмите «Войти»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47288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" y="3410712"/>
            <a:ext cx="4553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попадёте на главную панель управления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1353312"/>
            <a:ext cx="3063240" cy="2926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Важно!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52160" y="18836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Храните пароль в тайне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52160" y="24323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передавайте доступ посторонним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52160" y="29809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Планшет для сканирования работает без входа в систему — просто откройте страницу /scan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52160" y="35295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После первого входа рекомендуется сменить пароль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панель (Дашборд)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Первое, что видит администратор после входа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53312"/>
            <a:ext cx="393192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517904"/>
            <a:ext cx="50292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4996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в зале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865376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клиентов, которые находятся в зале прямо сейчас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353312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353312"/>
            <a:ext cx="39319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1517904"/>
            <a:ext cx="502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4996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шкафчики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865376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шкафчиков можно выдать новым посетителям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926080"/>
            <a:ext cx="39319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3090672"/>
            <a:ext cx="502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0723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Занятые шкафчики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438144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Шкафчики, которые сейчас используются клиентами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292608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26080"/>
            <a:ext cx="3931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27448" y="3090672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30723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клиентов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3438144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Общее число зарегистрированных в системе клиентов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на странице показана таблица «Сейчас в зале» — кто именно находится в зале в данный момент и какой шкафчик у него.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клиентов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→ Клиенты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зарегистрированные клиенты. Можно найти по имени или номеру телефона.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64792"/>
          <a:ext cx="83210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0"/>
                <a:gridCol w="2103120"/>
                <a:gridCol w="1645920"/>
                <a:gridCol w="1600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Телефон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Акбар Юсупов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+998 90 123 45 67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01.03.2026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Профиль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Малика Рахимова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+998 91 234 56 78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10.03.2026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Профиль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Санжар Назаров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+998 93 345 67 89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15.04.2026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Профиль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090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Поиск: начните вводить имя или телефон в строку поиска — список обновляется автоматически.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1480" y="3502152"/>
            <a:ext cx="832104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5021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Круг с буквами — аватар клиента (первые буквы имени и фамилии)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" y="3904488"/>
            <a:ext cx="832104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90448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Нажмите «Профиль» — откроется полная карточка клиента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4306824"/>
            <a:ext cx="832104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430682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Значок пола (М/Ж) помогает ориентироваться в списке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клиента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«Профиль» в списке клиентов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53312"/>
            <a:ext cx="64008" cy="10058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4475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клиента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1755648"/>
            <a:ext cx="3721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телефон, пол, дата регистрации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53312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53312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4475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Активный абонемент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28032" y="1755648"/>
            <a:ext cx="3721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Тариф, осталось сеансов, дата истечения, прогресс-бар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46888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6888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56032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Оформить абонемент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6072" y="2871216"/>
            <a:ext cx="3721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появляется, если активного абонемента нет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468880"/>
            <a:ext cx="6400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56032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абонементов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28032" y="2871216"/>
            <a:ext cx="3721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прошлые и текущие абонементы клиента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584448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584448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675888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посещений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6072" y="3986784"/>
            <a:ext cx="3721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Дата, время входа и выхода, номер шкафчика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584448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584448"/>
            <a:ext cx="64008" cy="10058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675888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QR-карта клиента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28032" y="3986784"/>
            <a:ext cx="3721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открывает QR-карту для сканирования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абонемента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выдать клиенту абонемент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" y="146304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1463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карточку клиента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8408" y="17556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клиентов → нажмите «Профиль»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36592" y="146304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30368" y="1463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Прокрутите до блока «Абонемент»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30368" y="17556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находится под основной информацией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" y="245059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8408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Выберите тариф из выпадающего списка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78408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 4 варианта — см. таблицу ниже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36592" y="2450592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30368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«Оформить»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30368" y="27432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 активируется немедленно, срок — 30 дней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529584"/>
            <a:ext cx="832104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5295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Доступные тарифы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40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 + тренер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20640" y="3840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сеанса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1 500 000 сум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4096512"/>
            <a:ext cx="8321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96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день, без тренера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20640" y="40965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сеанса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66560" y="40965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800 000 сум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4352544"/>
            <a:ext cx="832104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525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раза в неделю + тренер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20640" y="4352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сеансов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66560" y="4352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1 000 000 сум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1480" y="4608576"/>
            <a:ext cx="8321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6085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раза в неделю, без тренера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120640" y="4608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сеансов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66560" y="4608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400 000 сум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регистрация входа и выхода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→ Вход / Выход — если планшет недоступен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может зарегистрировать вход или выход клиента вручную через панель управления.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792224"/>
            <a:ext cx="3977640" cy="260604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01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клиента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3408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Введите имя или телефон в строку поиска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Найдите нужного клиента в списке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Выберите свободный шкафчик из списка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767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Нажмите «Войти» — клиент зарегистрирован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792224"/>
            <a:ext cx="3977640" cy="2606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019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клиента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408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Найдите клиента в таблице «Сейчас в зале»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28163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Нажмите кнопку «Выйти» напротив клиента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32918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Шкафчик освобождается автоматически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3767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Посещение закрыто — сеанс списан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шкафчиков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→ Шкафчики — визуальная карта зала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разделена на мужскую (50 шкафчиков) и женскую (50 шкафчиков) зоны.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Мужские шкафчики (1–12 из 50)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2103120"/>
            <a:ext cx="54864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1031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91640" y="210312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1031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31720" y="210312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1031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71800" y="2103120"/>
            <a:ext cx="54864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031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11880" y="210312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1031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269748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974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51560" y="2697480"/>
            <a:ext cx="54864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6974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91640" y="269748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26974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331720" y="269748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26974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0" y="269748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26974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11880" y="2697480"/>
            <a:ext cx="54864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26974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1480" y="3364992"/>
            <a:ext cx="27432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3649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Свободен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94560" y="3364992"/>
            <a:ext cx="27432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33649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(показаны первые 12 из 50 мужских; ниже расположена женская зона)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1737360"/>
            <a:ext cx="3886200" cy="2971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1865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показывает карта?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2304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= свободен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25237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шкафчик можно выдать клиенту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= занят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0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Шкафчик уже используется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2552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Счётчики вверху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0" y="34747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Показывают сколько свободных и занятых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0" y="3730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по полу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0" y="39502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Мужские 1–50, женские 1–50 — разные зоны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4206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нужный пол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0" y="44256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показываются шкафчики только его пола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QR-сканер на планшете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регистрация без участия администратора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Планшет стоит на входе в зал. Клиент сам подходит, показывает QR-код и проходит.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1810512"/>
            <a:ext cx="749808" cy="7498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105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" y="2633472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в телефоне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43000" y="2185416"/>
            <a:ext cx="749808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1810512"/>
            <a:ext cx="749808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18105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92224" y="2633472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камере планшета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52344" y="2185416"/>
            <a:ext cx="749808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810512"/>
            <a:ext cx="749808" cy="7498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8105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1568" y="2633472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распознаёт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61688" y="2185416"/>
            <a:ext cx="749808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75504" y="1810512"/>
            <a:ext cx="749808" cy="7498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18105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10912" y="2633472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шкафчик на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экране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71032" y="2185416"/>
            <a:ext cx="749808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1810512"/>
            <a:ext cx="749808" cy="7498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81051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20256" y="2633472"/>
            <a:ext cx="1078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зарегистрирован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3273552"/>
            <a:ext cx="832104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3649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работает так же: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4360" y="369417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снова показывает QR → система видит, что он уже в зале → появляется кнопка «Подтвердить выход» → шкафчик освобождается, посещение закрывается.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" y="43251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Камера: система автоматически использует заднюю камеру планшета. Если она недоступна — переключится на переднюю.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клиента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633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 •  Личный кабинет  •  QR-карта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3182112"/>
            <a:ext cx="23774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зарегистрироваться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шаг для нового клиента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9903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сайт GymApp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1664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в браузере адрес зала (спросите у администратора)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«Регистрация»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322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находится на странице входа в систему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706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Заполните форму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29809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фамилия, номер телефона, пароль и пол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Нажмите «Зарегистрироваться»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будете перенаправлены на страницу входа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03250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Войдите в систему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Введите номер телефона и пароль — и вы в личном кабинете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1353312"/>
            <a:ext cx="3931920" cy="33101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4630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18836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Номер телефона — это ваш логин. Запомните его!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83480" y="241401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Укажите реальный номер — он привязан к вашему QR-коду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83480" y="29443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Пол важен: от него зависит, какие шкафчики вам покажут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83480" y="34747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После регистрации обратитесь к администратору для оформления абонемента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83480" y="40050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Войти можно с любого телефона или компьютера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/my/cabinet — всё об абонементе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39776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53312"/>
            <a:ext cx="3977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04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имя, телефон и пол. Аватар с инициалами.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53312"/>
            <a:ext cx="39776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53312"/>
            <a:ext cx="397764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904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86537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активен или нет. Сколько сеансов осталось и до какой даты действует.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953512"/>
            <a:ext cx="39776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953512"/>
            <a:ext cx="39776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906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занятий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6557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Полоска: сколько сеансов использовано из общего числа.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53512"/>
            <a:ext cx="39776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53512"/>
            <a:ext cx="3977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0906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46557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персональный код для входа в зал. Покажите его на планшете.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QR-карта — ваш пропуск в зал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на любом телефоне без входа в систему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3474720" cy="32918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179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Санжар Назаров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2311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+998 93 345 67 89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87752"/>
            <a:ext cx="31089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87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 активен  |  18 / 24 сеансов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08960"/>
            <a:ext cx="31089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7355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37360" y="327355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368503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368503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09651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409651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880" y="450799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48840" y="450799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325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для входа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51960" y="1353312"/>
            <a:ext cx="4480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1960" y="1353312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14264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без логина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25696" y="17190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ссылка — подходит для любого телефона и браузера.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51960" y="2176272"/>
            <a:ext cx="4480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2176272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5696" y="22494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у каждого клиента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25696" y="25420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другой не сможет воспользоваться вашим кодом.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51960" y="2999232"/>
            <a:ext cx="4480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1960" y="2999232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25696" y="30723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статус абонемента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25696" y="33649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сеансов осталось, до какой даты действует.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51960" y="3822192"/>
            <a:ext cx="4480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51960" y="3822192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25696" y="38953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использовать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425696" y="41879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карту в телефоне → поднесите к камере планшета на входе.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приложение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633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от прихода клиента до выхода из зала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3182112"/>
            <a:ext cx="23774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посещения зала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95528"/>
            <a:ext cx="128016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05840"/>
            <a:ext cx="685800" cy="6858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78992" y="1348740"/>
            <a:ext cx="923544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87452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874520"/>
            <a:ext cx="15544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377440"/>
            <a:ext cx="1371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регистрируется сам. Администратор оформляет абонемент.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48256" y="100584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79776" y="1348740"/>
            <a:ext cx="923544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8256" y="187452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48256" y="1874520"/>
            <a:ext cx="15544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9696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 в зал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39696" y="2377440"/>
            <a:ext cx="1371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 QR-карту в телефоне.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685800" cy="685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480560" y="1348740"/>
            <a:ext cx="923544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87452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874520"/>
            <a:ext cx="1554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Сканирует QR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377440"/>
            <a:ext cx="1371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Подносит код к планшету. Выбирает шкафчик.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49824" y="1005840"/>
            <a:ext cx="685800" cy="6858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9824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181344" y="1348740"/>
            <a:ext cx="923544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9824" y="187452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49824" y="1874520"/>
            <a:ext cx="1554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41264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Тренируется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41264" y="2377440"/>
            <a:ext cx="1371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сеанс списывается. Шкафчик закреплён за клиентом.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50608" y="100584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0608" y="1005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150608" y="1874520"/>
            <a:ext cx="1554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50608" y="1874520"/>
            <a:ext cx="1554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Уходит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42048" y="2377440"/>
            <a:ext cx="1371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Снова сканирует QR. Шкафчик свободен. Посещение закрыто.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937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вопросы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05840"/>
            <a:ext cx="64008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0972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QR-код не сканируется?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" y="140817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Увеличьте яркость экрана. Держите телефон ровно перед камерой. Попросите администратора зарегистрировать вход вручную.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972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Написано «нет абонемента»?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28032" y="140817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Обратитесь к администратору — он откроет карточку вашего профиля и оформит абонемент.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212848"/>
            <a:ext cx="64008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3042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сеансы закончились?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6072" y="2615184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Абонемент исчерпан. Попросите администратора выбрать тариф и оформить новый абонемент.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212848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212848"/>
            <a:ext cx="64008" cy="10789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30428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Забыл пароль?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28032" y="2615184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Обратитесь к администратору. В текущей версии сброс пароля выполняется через администратора системы.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419856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419856"/>
            <a:ext cx="64008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51129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войти с другого телефона?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76072" y="382219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Да! QR-карта — по любой ссылке без входа. Личный кабинет — с любого устройства по логину и паролю.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419856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419856"/>
            <a:ext cx="64008" cy="10789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51129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нужного шкафчика?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28032" y="382219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шкафчики вашего пола заняты. Подождите или попросите администратора проверить карту шкафчиков.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730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GymApp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13533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необходимое для управления залом — в одном месте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23160" cy="2194560"/>
          </a:xfrm>
          <a:prstGeom prst="rect">
            <a:avLst/>
          </a:prstGeom>
          <a:solidFill>
            <a:srgbClr val="3730A3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242316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482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148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Клиенты, абонементы,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шкафчики, сканер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423160" cy="2194560"/>
          </a:xfrm>
          <a:prstGeom prst="rect">
            <a:avLst/>
          </a:prstGeom>
          <a:solidFill>
            <a:srgbClr val="3730A3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920240"/>
            <a:ext cx="24231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482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468880"/>
            <a:ext cx="2148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QR-карта, абонемент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0" y="1920240"/>
            <a:ext cx="2423160" cy="2194560"/>
          </a:xfrm>
          <a:prstGeom prst="rect">
            <a:avLst/>
          </a:prstGeom>
          <a:solidFill>
            <a:srgbClr val="3730A3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920240"/>
            <a:ext cx="24231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0482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Планшет на входе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468880"/>
            <a:ext cx="21488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Вход/выход без участия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1B6B"/>
          </a:solidFill>
          <a:ln w="12700">
            <a:solidFill>
              <a:srgbClr val="1E1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GymApp  |  Версия 1.0 MVP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GymApp — Руководство пользователя</dc:title>
  <dc:subject>PptxGenJS Presentation</dc:subject>
  <dc:creator>PptxGenJS</dc:creator>
  <cp:lastModifiedBy>PptxGenJS</cp:lastModifiedBy>
  <cp:revision>1</cp:revision>
  <dcterms:created xsi:type="dcterms:W3CDTF">2026-05-11T08:30:28Z</dcterms:created>
  <dcterms:modified xsi:type="dcterms:W3CDTF">2026-05-11T08:30:28Z</dcterms:modified>
</cp:coreProperties>
</file>